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AD473-4919-A39C-EDCF-1C4E75B1E6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AD0A21-ACC3-50E0-C4AC-0D1FD323D3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7755F-CB2E-F1D0-7CB5-7C34898B2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EA717-9108-41A2-9663-5D90560E3B11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C7B4D-D619-15C6-62A0-51A472FE7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E32813-4C2B-0BC9-3AFE-5F0D5FB73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12B6D-3ABE-44CD-8722-D22946854F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774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FBE10-36AB-F9A3-5F58-0DD9FCF04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CA342-AE13-3DEA-5188-12C0B88DA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DA441-1F01-C032-E94A-9A1EA83F3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EA717-9108-41A2-9663-5D90560E3B11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7E64EA-7D1A-48D7-3A5E-CD81791FF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191B0-111B-86B6-2FE1-DEC181407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12B6D-3ABE-44CD-8722-D22946854F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99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34CA5-FADD-D6D2-CC3D-07F555275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6D5588-E0F6-497C-08D6-BA8B60776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D80AB-2246-650D-C584-F04922E2B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EA717-9108-41A2-9663-5D90560E3B11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23F9D0-5916-092F-1524-B06227016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4F0228-1CC7-3526-EBC7-E3406E94C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12B6D-3ABE-44CD-8722-D22946854F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894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46AF5-D942-FB1A-B81D-9C376804A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08C32-EBAA-D5E1-78FA-219A2E3F6A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0CCC6F-70CD-C0CB-4A23-829E7412F6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5121B0-BF81-44F8-102A-935EE2456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EA717-9108-41A2-9663-5D90560E3B11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411AAE-2352-28C1-CDE2-2BAF68826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9E30C4-A846-B68B-BA73-A0F94CBBA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12B6D-3ABE-44CD-8722-D22946854F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32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118C7-AE36-7F2C-87A6-D398040D5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3B1AB3-5698-BD5B-86B5-6D4F9BD513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0391F5-09AE-634B-077F-45B27C58C3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C74083-F489-1B4C-84E0-377079889D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071291-215A-CF8C-C2D1-27B96E38B9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FD1691-3A08-2AC5-52F3-6A0A086D3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EA717-9108-41A2-9663-5D90560E3B11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CFC113-92DA-AD09-0865-D03D7BB89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724468-1388-DFA2-7112-3E1763819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12B6D-3ABE-44CD-8722-D22946854F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619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41C91-F005-6237-0760-F8D4CE825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14BFF2-4A64-4EC4-F9E6-EAC7FF7DA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EA717-9108-41A2-9663-5D90560E3B11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4FC272-6954-C4A9-844F-087519AE4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6AB511-39D5-2D7F-1CAE-486CB9F95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12B6D-3ABE-44CD-8722-D22946854F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478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DCD04E-2EAA-6F79-B535-8B78E1265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EA717-9108-41A2-9663-5D90560E3B11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3A56E0-1DCE-A258-43DB-C5C5D0E6F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54D848-83B5-A809-1181-22A52784D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12B6D-3ABE-44CD-8722-D22946854F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461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AF4C1-FC96-3D34-4F30-7636AD745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EB907-D71C-6960-28F7-37580E0231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FF3FA1-5A63-8B48-C580-0E2EDCB098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FCB726-A55A-3F6C-98FD-870617236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EA717-9108-41A2-9663-5D90560E3B11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92910-B714-1E59-70F9-31FF17756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CEC290-A7B1-48C6-DBD7-75FAC1E40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12B6D-3ABE-44CD-8722-D22946854F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4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B67DE-CE0B-ED89-698A-6C16BE46C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2BF04B-030B-F1CE-0658-4BEF337D96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A265B6-0406-9F49-4C79-E3429373B1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A42AED-3D19-246C-45F4-2C53A1FBB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EA717-9108-41A2-9663-5D90560E3B11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1FBCE0-71B3-FC20-919E-34E3FB32C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CD8556-75A4-9981-F4FB-032DAFCE5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12B6D-3ABE-44CD-8722-D22946854F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967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C7027-807D-4698-50BB-E9A30DDB0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754543-8421-4D81-1C6E-9113854EBE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67B1C-564F-9F89-7E01-58E8D5D96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EA717-9108-41A2-9663-5D90560E3B11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D15B85-2BAF-54C1-DB03-6BB943AE1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A489B-BB60-C584-D335-1961AADB7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12B6D-3ABE-44CD-8722-D22946854F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464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D35DB5-BA83-22A8-8091-1072934703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FD9933-EED3-0163-00D3-72F48FE6B7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D27588-26A9-2BD7-0390-B6D04F26D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EA717-9108-41A2-9663-5D90560E3B11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44181-4FD1-867F-D36D-45A058FB6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73671-1ED3-3703-5C12-E42092D1C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12B6D-3ABE-44CD-8722-D22946854F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093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8DB1C3-4725-9977-471B-C286C1921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B55304-AFA8-6FDC-F822-7D026E1AB5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FFE79-C5E7-6779-03E8-B4CA2FBF83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4EA717-9108-41A2-9663-5D90560E3B11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FAD3E9-DF66-3640-CA90-6979DD3678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2B5661-A52E-6CF4-3C33-A8D4006CD9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F12B6D-3ABE-44CD-8722-D22946854F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911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9" Type="http://schemas.openxmlformats.org/officeDocument/2006/relationships/image" Target="../media/image16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Relationship Id="rId9" Type="http://schemas.openxmlformats.org/officeDocument/2006/relationships/image" Target="../media/image24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svg"/><Relationship Id="rId7" Type="http://schemas.openxmlformats.org/officeDocument/2006/relationships/image" Target="../media/image30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9.png"/><Relationship Id="rId5" Type="http://schemas.openxmlformats.org/officeDocument/2006/relationships/image" Target="../media/image28.svg"/><Relationship Id="rId4" Type="http://schemas.openxmlformats.org/officeDocument/2006/relationships/image" Target="../media/image27.png"/><Relationship Id="rId9" Type="http://schemas.openxmlformats.org/officeDocument/2006/relationships/image" Target="../media/image3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C648B14-0958-38BB-9A33-85BE45F8F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pPr algn="ctr"/>
            <a:r>
              <a:rPr lang="en-US" sz="1800" b="1" dirty="0"/>
              <a:t>Lab Chlorophyll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E10ECD5-0728-31C9-9DAC-B1278A8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3429" y="3761746"/>
            <a:ext cx="4325337" cy="3089526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6013E532-89D6-7C4E-DCDC-EA02768D57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28464" y="463991"/>
            <a:ext cx="4325336" cy="308952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83506BB7-CBA4-9E56-2316-DBE94CFE8B9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3429" y="463990"/>
            <a:ext cx="4325337" cy="3089526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3E40A3AE-82BA-D4E6-ACA5-A30B80EBEBA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28464" y="3761746"/>
            <a:ext cx="4325337" cy="3089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896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F69A3-3E28-20AD-DD29-9CF38217A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68D7F02-9A02-374D-D50E-68AD03A46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pPr algn="ctr"/>
            <a:r>
              <a:rPr lang="en-US" sz="1800" b="1" dirty="0"/>
              <a:t>Diatom Biomass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7F0BEA9-37FF-9BCF-0BD1-D23C1A3569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53429" y="3761746"/>
            <a:ext cx="4325336" cy="3089526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C5C884A5-D9F9-404B-C4AF-8FBA19C25F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028464" y="463991"/>
            <a:ext cx="4325335" cy="308952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A66C9BAA-F641-9B34-D8DF-1CA61111A56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653429" y="463990"/>
            <a:ext cx="4325336" cy="3089526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C5161728-F957-0259-99AB-E8456B9C3A9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7028464" y="3761746"/>
            <a:ext cx="4325336" cy="3089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904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43DBB-B1EC-A39C-698B-80D22E2BC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823C35-2823-69ED-04D6-1A9C7AFA8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pPr algn="ctr"/>
            <a:r>
              <a:rPr lang="en-US" sz="1800" b="1" dirty="0"/>
              <a:t>Dinoflagellate Biomass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6D1160F-78E2-9220-34D1-5823ED8F6F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53429" y="3761746"/>
            <a:ext cx="4325336" cy="3089526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A4745076-DC80-51B7-B5DE-CBE62DD035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028464" y="463991"/>
            <a:ext cx="4325335" cy="308952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410D948F-6089-8069-8B62-95896A75B17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653429" y="463990"/>
            <a:ext cx="4325336" cy="3089526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702B9C4B-CD52-8591-2FD0-2E1652904AC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7028464" y="3761746"/>
            <a:ext cx="4325336" cy="3089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577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26215-D1C1-A758-7E92-4A5C1BAD7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023D8AB-ED3E-2964-962D-BF03C0BAA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pPr algn="ctr"/>
            <a:r>
              <a:rPr lang="en-US" sz="1800" b="1" dirty="0"/>
              <a:t>Ciliate Biomass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580C708-2133-0B10-1BAB-E28FE10F9C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53429" y="3761746"/>
            <a:ext cx="4325336" cy="3089526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157BF99-0C12-2DAB-E34A-9BB90B1CCC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028464" y="463991"/>
            <a:ext cx="4325335" cy="308952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378F2D06-052A-25F6-808C-57A81A50A16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653429" y="463990"/>
            <a:ext cx="4325336" cy="3089526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35AC6744-F175-8277-3856-055111E7584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7028464" y="3761746"/>
            <a:ext cx="4325336" cy="3089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180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8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Lab Chlorophyll</vt:lpstr>
      <vt:lpstr>Diatom Biomass</vt:lpstr>
      <vt:lpstr>Dinoflagellate Biomass</vt:lpstr>
      <vt:lpstr>Ciliate Biomass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Malcolm, David</dc:creator>
  <cp:lastModifiedBy>Malcolm, David</cp:lastModifiedBy>
  <cp:revision>1</cp:revision>
  <dcterms:created xsi:type="dcterms:W3CDTF">2025-03-17T21:21:00Z</dcterms:created>
  <dcterms:modified xsi:type="dcterms:W3CDTF">2025-03-17T21:32:50Z</dcterms:modified>
</cp:coreProperties>
</file>